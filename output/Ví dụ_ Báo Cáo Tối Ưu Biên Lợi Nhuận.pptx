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C035AF-5F0E-4669-B619-DBCB2660F955}">
  <a:tblStyle styleId="{74C035AF-5F0E-4669-B619-DBCB2660F95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1.jpg"/><Relationship Id="rId5" Type="http://schemas.openxmlformats.org/officeDocument/2006/relationships/image" Target="../media/image17.jpg"/><Relationship Id="rId6"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{74C035AF-5F0E-4669-B619-DBCB2660F955}</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